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56" r:id="rId3"/>
    <p:sldId id="257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4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E21883-DDD4-4BFC-9CC1-B75378C87A9F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0038E8-366F-4975-8B43-60D152A35A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772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2c8c40d4c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2c8c40d4c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2c8c40d4c_2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d2c8c40d4c_2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97B4E-6C4C-C3EE-0C70-F665B598F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B3E27-E28A-45BD-5D86-CFFEF276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27A9B-5286-5C3C-9950-EAD192305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F988F-F2D8-48D4-921F-AE28765C46BA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DA3C1-0332-0A3F-AA20-64510ADC6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072EF-052C-F1B5-7CAE-548B75A3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1EFA-D65E-4117-9326-3F24C2F66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160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041B5-E58D-4C18-2057-A5E9C7879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18A23-293A-0B25-361C-467EA77F3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5A807-DF1D-17AA-0C18-915C14124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F988F-F2D8-48D4-921F-AE28765C46BA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DF1DA-855B-FFAB-14C2-6B9FD240F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41798-80DC-359E-44F4-91E6967B8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1EFA-D65E-4117-9326-3F24C2F66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471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968B1-27E1-6376-9207-5189A2229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2C6A04-944E-1533-5D8A-29346D53E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F0B58-3575-74D6-6AE5-4848FEED9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F988F-F2D8-48D4-921F-AE28765C46BA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31D15-1C67-5117-88C0-5F4D04845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6BFC3-D786-7C78-EBD8-D24384613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1EFA-D65E-4117-9326-3F24C2F66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28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FBDC7-A754-2B2C-27FF-8FDE22E99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FC7F9-AF1B-CE9A-BE4B-DB5838026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873379-9C90-09E0-7643-CB58CF112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FBBA4-2C68-1352-F435-60504C1C0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F988F-F2D8-48D4-921F-AE28765C46BA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85428-2BE6-BF5B-CDA6-ED5A0E805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F9E39-91A1-0412-BA9F-5BC14B38A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1EFA-D65E-4117-9326-3F24C2F66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97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8161C-856C-9D00-679E-08F592EF2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E36EA-A70E-AD0D-493E-CE7720B43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6CF1F4-CDDE-5EFB-4DBE-8C9B0C309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209B59-DD99-E55D-BE79-4008FFC6E0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9E97B9-F42D-A4C3-98B4-54B3ECAC83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1254B3-A846-F413-C807-E9E5E6AAF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F988F-F2D8-48D4-921F-AE28765C46BA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AD63D6-FB29-F38C-4B71-14475F7ED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95A6C6-6754-F266-094A-F5E0FD193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1EFA-D65E-4117-9326-3F24C2F66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36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376F9-E765-6F37-3B26-879B0DDB1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8E1FFD-C01C-88FC-ADA9-B31565AA4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F988F-F2D8-48D4-921F-AE28765C46BA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CE8EA-3B90-54D6-D69A-6EAC6E654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75F3FD-705D-EFC6-3FDF-BE0717F27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1EFA-D65E-4117-9326-3F24C2F66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41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0861F7-7581-BCA8-3306-8689A87C5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F988F-F2D8-48D4-921F-AE28765C46BA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286CFE-2F68-D635-6696-BB103DE92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96230-458A-8BDC-002D-37C6E03FF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1EFA-D65E-4117-9326-3F24C2F66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316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17063-F483-9DCF-C1D8-48F3BCB36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7B4EA-7455-4B31-7BB7-FAA319D59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AAA14-25E3-6863-1D61-3A629F9A8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620FD-BB9A-279E-7021-1E2193DFB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F988F-F2D8-48D4-921F-AE28765C46BA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AFD78-852A-3BFC-5A93-56446C06D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308896-3EAA-9A12-2E30-88AFF378C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1EFA-D65E-4117-9326-3F24C2F66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189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50391-3142-6520-A8B0-BEA16244D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7B8656-1BC0-E7BD-6AB5-A464F4256A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477D1-E72E-D649-467E-BC44DCCA7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4EB0C-7A27-9976-7788-E893A55FB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F988F-F2D8-48D4-921F-AE28765C46BA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89863-C01F-4846-683E-714DECD6A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F9E664-2686-D05D-6231-2E397C61B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1EFA-D65E-4117-9326-3F24C2F66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447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FC366-A5B4-D768-F08E-C2B8EB42F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2577C2-BFC6-5934-7B7B-24BAA244D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0DBD4-13DF-57D2-C735-AB8E16471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F988F-F2D8-48D4-921F-AE28765C46BA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A1FB7-BF80-7C56-2B9F-DDDB89B0C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691B8-8BB1-6297-6F18-095904B07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1EFA-D65E-4117-9326-3F24C2F66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791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02B225-A0D3-16C1-2A4A-3C41E2A3AF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5E68E-6B21-C569-62D5-F81ABD6EF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842CC-DC70-4F99-4416-BC7F59059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F988F-F2D8-48D4-921F-AE28765C46BA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F4FEB-08BF-16CA-71F6-0658F3571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D6252-0D21-5765-DFE5-7566B8FAA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B1EFA-D65E-4117-9326-3F24C2F66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1897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4634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84759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08978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60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2936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1806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4007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18068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77923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58451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6100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A0FCCA-9B23-2274-9C39-C4DFA046B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3F935-1C6C-1E74-985D-B85DF5302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20080-44FD-07A1-1048-94B8551800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4F988F-F2D8-48D4-921F-AE28765C46BA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A395C-FA5F-7DCB-D65A-867BCCCDFE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7B3D7-8B07-0A5F-78F4-F079518DD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5B1EFA-D65E-4117-9326-3F24C2F66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540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563891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42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571600" y="2450236"/>
            <a:ext cx="7048800" cy="1957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650" tIns="36800" rIns="73650" bIns="368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79" b="1" i="0" u="none" strike="noStrike" kern="0" cap="none" spc="0" normalizeH="0" baseline="0" noProof="0" dirty="0">
                <a:ln>
                  <a:noFill/>
                </a:ln>
                <a:solidFill>
                  <a:srgbClr val="37C6F4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Exoskeleton</a:t>
            </a:r>
            <a:endParaRPr kumimoji="0" sz="4079" b="1" i="0" u="none" strike="noStrike" kern="0" cap="none" spc="0" normalizeH="0" baseline="0" noProof="0" dirty="0">
              <a:ln>
                <a:noFill/>
              </a:ln>
              <a:solidFill>
                <a:srgbClr val="37C6F4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4079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Master and Node Assembly Enclosure Design</a:t>
            </a:r>
            <a:endParaRPr kumimoji="0" sz="4079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7899422" y="6154551"/>
            <a:ext cx="3970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25" tIns="42150" rIns="84325" bIns="4215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6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Date</a:t>
            </a:r>
            <a:r>
              <a:rPr kumimoji="0" lang="en-US" sz="166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</a:t>
            </a:r>
            <a:r>
              <a:rPr kumimoji="0" lang="en-US" sz="166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60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r>
              <a:rPr kumimoji="0" lang="en-US" sz="166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-04-2026</a:t>
            </a:r>
            <a:r>
              <a:rPr kumimoji="0" lang="en-US" sz="1291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</a:t>
            </a:r>
            <a:r>
              <a:rPr kumimoji="0" lang="en-US" sz="166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Version</a:t>
            </a:r>
            <a:r>
              <a:rPr kumimoji="0" lang="en-US" sz="166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</a:t>
            </a:r>
            <a:r>
              <a:rPr kumimoji="0" lang="en-US" sz="166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1.</a:t>
            </a:r>
            <a:r>
              <a:rPr kumimoji="0" lang="en-US" sz="166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endParaRPr kumimoji="0" sz="166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22338" y="6154551"/>
            <a:ext cx="42204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25" tIns="42150" rIns="84325" bIns="4215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6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Prototype Lab, Groundswell Startups</a:t>
            </a:r>
            <a:endParaRPr kumimoji="0" sz="166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3" title="GS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14108" y="362650"/>
            <a:ext cx="655555" cy="655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C4B46-B062-6951-AC15-0634A5578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73C4182-32CD-BD4F-82D5-D42EB1EA418C}"/>
              </a:ext>
            </a:extLst>
          </p:cNvPr>
          <p:cNvSpPr txBox="1"/>
          <p:nvPr/>
        </p:nvSpPr>
        <p:spPr>
          <a:xfrm>
            <a:off x="1473972" y="3244334"/>
            <a:ext cx="3760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Master PCB Assembly with encloser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96C0F-1909-E115-D7B1-90EEBEB3A677}"/>
              </a:ext>
            </a:extLst>
          </p:cNvPr>
          <p:cNvSpPr txBox="1"/>
          <p:nvPr/>
        </p:nvSpPr>
        <p:spPr>
          <a:xfrm>
            <a:off x="7939624" y="3244334"/>
            <a:ext cx="361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PCB Assembly with encloser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99E25D-EE88-C07D-F4F4-3057D6976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17" y="0"/>
            <a:ext cx="4994271" cy="31171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064AE5-7909-251F-165D-69A41F02D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919" y="3817060"/>
            <a:ext cx="4706465" cy="26606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7E97A7-86F9-5E20-8B29-55D19D1E8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295" y="244079"/>
            <a:ext cx="4563083" cy="28730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E5F05C-8F19-FB19-12F7-B964EAB13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113" y="3778165"/>
            <a:ext cx="4943475" cy="273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76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E0208-3DD4-94F2-0F11-AF487434C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91397A6-614F-3FD1-E634-42E1C9ACC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97" y="3463042"/>
            <a:ext cx="4886022" cy="33831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E0A0AD-B4B9-F832-03DA-291C0319F7B5}"/>
              </a:ext>
            </a:extLst>
          </p:cNvPr>
          <p:cNvSpPr txBox="1"/>
          <p:nvPr/>
        </p:nvSpPr>
        <p:spPr>
          <a:xfrm>
            <a:off x="1476059" y="3346472"/>
            <a:ext cx="3760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Master PCB Assembly with encloser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26FCD8-0EE5-595A-E43D-46BCFB5FE594}"/>
              </a:ext>
            </a:extLst>
          </p:cNvPr>
          <p:cNvSpPr txBox="1"/>
          <p:nvPr/>
        </p:nvSpPr>
        <p:spPr>
          <a:xfrm>
            <a:off x="7521334" y="3346472"/>
            <a:ext cx="361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PCB Assembly with encloser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39EC15-0155-B6A3-3E74-CB90CF9D4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49" y="23302"/>
            <a:ext cx="5478128" cy="33035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F22E04-8571-D324-4447-E9AECC5C3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833" y="250570"/>
            <a:ext cx="5464818" cy="30762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6D0C00-62D9-DF07-763F-23ADE3B22B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5304" y="4009856"/>
            <a:ext cx="5194151" cy="276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699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1D6BD-A8DE-92A8-858E-8993E4CED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AE24AB7-B7D3-833F-B8A2-9E2F3BA84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89" y="3505403"/>
            <a:ext cx="3826444" cy="33525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4B056E-C04F-AAB3-4D2E-3D588D97825F}"/>
              </a:ext>
            </a:extLst>
          </p:cNvPr>
          <p:cNvSpPr txBox="1"/>
          <p:nvPr/>
        </p:nvSpPr>
        <p:spPr>
          <a:xfrm>
            <a:off x="1179002" y="3237268"/>
            <a:ext cx="3219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Master PCB Assembly Top Part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CEFB41-28EC-7F58-2062-5BBE19A62370}"/>
              </a:ext>
            </a:extLst>
          </p:cNvPr>
          <p:cNvSpPr txBox="1"/>
          <p:nvPr/>
        </p:nvSpPr>
        <p:spPr>
          <a:xfrm>
            <a:off x="7941964" y="3237268"/>
            <a:ext cx="3071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PCB Assembly Top Part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2DBCA2-7441-ABFA-ACD1-BF2D01CDD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29" y="126913"/>
            <a:ext cx="4422163" cy="32115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B0800B-5B05-8A52-B2C7-78203BC23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4344" y="267561"/>
            <a:ext cx="3983970" cy="29302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7D8011-A786-86CA-EECA-3BFE17860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641" y="3716574"/>
            <a:ext cx="3983970" cy="293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158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11075-EFE8-0CEF-0D37-00FFD37BB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8A83633-0EBA-5B09-361C-A5AED498B4B0}"/>
              </a:ext>
            </a:extLst>
          </p:cNvPr>
          <p:cNvSpPr txBox="1"/>
          <p:nvPr/>
        </p:nvSpPr>
        <p:spPr>
          <a:xfrm>
            <a:off x="953040" y="3122534"/>
            <a:ext cx="3610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Master PCB Assembly Bottom Part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39CCED-8141-1D17-2AA3-B5EA2C94B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29" y="0"/>
            <a:ext cx="4386650" cy="2758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1BE19D-C8C3-3127-2B2F-A0F2C5576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56" y="3429000"/>
            <a:ext cx="4343400" cy="29575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433F86-FE14-9019-8A00-743A8D9D9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419" y="493375"/>
            <a:ext cx="3426854" cy="21551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B592A0-7B4C-F2C5-5D25-55CC872E8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6146" y="3965855"/>
            <a:ext cx="3393067" cy="23104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694FC9-26E9-44CD-7887-5168603ED4BF}"/>
              </a:ext>
            </a:extLst>
          </p:cNvPr>
          <p:cNvSpPr txBox="1"/>
          <p:nvPr/>
        </p:nvSpPr>
        <p:spPr>
          <a:xfrm>
            <a:off x="7822891" y="3122534"/>
            <a:ext cx="3461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PCB Assembly Bottom Part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0677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C8B55-E5BD-2B5C-29F4-4E75B1C2C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909E60B-65EE-5162-7FB0-7A223EF62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83" y="3169206"/>
            <a:ext cx="5229630" cy="36790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4E1C71-A62C-0D75-070B-A1C791FDD1C7}"/>
              </a:ext>
            </a:extLst>
          </p:cNvPr>
          <p:cNvSpPr txBox="1"/>
          <p:nvPr/>
        </p:nvSpPr>
        <p:spPr>
          <a:xfrm>
            <a:off x="1086542" y="3178934"/>
            <a:ext cx="4098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Master Bottom Part with DST for Battery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D2E35E-C2F3-9AE1-11E1-7AEFC5CE89B3}"/>
              </a:ext>
            </a:extLst>
          </p:cNvPr>
          <p:cNvSpPr txBox="1"/>
          <p:nvPr/>
        </p:nvSpPr>
        <p:spPr>
          <a:xfrm>
            <a:off x="7731718" y="2951303"/>
            <a:ext cx="3950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Bottom Part with DST for Battery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CE0A9B-113B-EA0A-EB00-9CA1E0BA9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83" y="68094"/>
            <a:ext cx="4713760" cy="32079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1F5C35-3EC6-E772-0BBB-C9E5863CB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337" y="3537365"/>
            <a:ext cx="3484883" cy="24516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EFED8C-376E-3563-0047-B187AD2AC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337" y="279061"/>
            <a:ext cx="3141121" cy="213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571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BB224-BECA-E19B-7DAE-A97E27592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0540B0-8FFF-A906-D19D-2278338BB3B5}"/>
              </a:ext>
            </a:extLst>
          </p:cNvPr>
          <p:cNvSpPr txBox="1"/>
          <p:nvPr/>
        </p:nvSpPr>
        <p:spPr>
          <a:xfrm>
            <a:off x="7013333" y="3214802"/>
            <a:ext cx="4953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Bottom Part with DST &amp; Battery placement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811F77-BAEA-4C79-96D8-333AFC4EE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48" y="0"/>
            <a:ext cx="4854953" cy="37593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468E85-881E-A7A6-13A8-2038AFC5CCBB}"/>
              </a:ext>
            </a:extLst>
          </p:cNvPr>
          <p:cNvSpPr txBox="1"/>
          <p:nvPr/>
        </p:nvSpPr>
        <p:spPr>
          <a:xfrm>
            <a:off x="637394" y="3429000"/>
            <a:ext cx="5101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Master Bottom Part with DST &amp; Battery placement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333C76-F127-2662-59CE-3CACD6919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692" y="3798332"/>
            <a:ext cx="4178508" cy="28199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8A5EB3-3304-A546-E5CE-F26DA0BF0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0437" y="360993"/>
            <a:ext cx="3459136" cy="26785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97A90C-403F-C05B-B387-D766315AD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437" y="3759391"/>
            <a:ext cx="3969028" cy="267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93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DA3CA-571D-70B6-49EF-829A43405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A542323-44C2-BD64-7A46-29A8CE765DA9}"/>
              </a:ext>
            </a:extLst>
          </p:cNvPr>
          <p:cNvSpPr txBox="1"/>
          <p:nvPr/>
        </p:nvSpPr>
        <p:spPr>
          <a:xfrm>
            <a:off x="-40877" y="3244334"/>
            <a:ext cx="6108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Master Top Part with PCB placement with self tapping screw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F6D59C-D0CE-017A-1F78-22C1470469B3}"/>
              </a:ext>
            </a:extLst>
          </p:cNvPr>
          <p:cNvSpPr txBox="1"/>
          <p:nvPr/>
        </p:nvSpPr>
        <p:spPr>
          <a:xfrm>
            <a:off x="6096000" y="3353210"/>
            <a:ext cx="5960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Top Part with PCB placement with self tapping screw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43E002-724C-49BA-F579-8394C2536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37" y="145915"/>
            <a:ext cx="4025831" cy="30748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A121FD-4A21-7F62-C45B-4E2847F3A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97" y="3637238"/>
            <a:ext cx="4025831" cy="30748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C954AF-1C3C-2D1F-977C-A7E7F46D3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1589" y="231217"/>
            <a:ext cx="3363774" cy="29042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9B0981-ED4D-FA82-FC4E-3F88CFECC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428" y="3940293"/>
            <a:ext cx="3363774" cy="290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955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0569D-32AA-5AFE-A24D-536BD5FD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5D3D32E-7E9A-E20F-DFCE-B12EC912A2B0}"/>
              </a:ext>
            </a:extLst>
          </p:cNvPr>
          <p:cNvSpPr txBox="1"/>
          <p:nvPr/>
        </p:nvSpPr>
        <p:spPr>
          <a:xfrm>
            <a:off x="549845" y="3244334"/>
            <a:ext cx="3992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Master Top Part with cutout for USB-C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207E7C-72A8-6250-C496-13DBD6CE8612}"/>
              </a:ext>
            </a:extLst>
          </p:cNvPr>
          <p:cNvSpPr txBox="1"/>
          <p:nvPr/>
        </p:nvSpPr>
        <p:spPr>
          <a:xfrm>
            <a:off x="7649526" y="3249038"/>
            <a:ext cx="3767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Top Part with cutout for USB-C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1C510B-017E-ABA3-2BDD-E9DBE5E21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45" y="82757"/>
            <a:ext cx="6028312" cy="3055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4CFAAD-27FE-A023-F6B7-CFB2E13B4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188" y="203201"/>
            <a:ext cx="4872037" cy="28146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F92C6C-120C-A58A-C81E-8302EEDE7B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981" t="3877" r="15167" b="8010"/>
          <a:stretch>
            <a:fillRect/>
          </a:stretch>
        </p:blipFill>
        <p:spPr>
          <a:xfrm>
            <a:off x="774968" y="3613666"/>
            <a:ext cx="4530255" cy="30555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F206D2-B047-3223-AA09-47EAC80976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113" y="3778165"/>
            <a:ext cx="4943475" cy="273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397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A89AA-9057-C239-CD01-BEE4662F4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D49D6EB-3914-420C-D0C5-7B8FD921D347}"/>
              </a:ext>
            </a:extLst>
          </p:cNvPr>
          <p:cNvSpPr txBox="1"/>
          <p:nvPr/>
        </p:nvSpPr>
        <p:spPr>
          <a:xfrm>
            <a:off x="1223379" y="5632320"/>
            <a:ext cx="3898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Master Assembly Battery Dimensions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AA4F64-B0B2-6A8C-CCBD-ADD204B7BE88}"/>
              </a:ext>
            </a:extLst>
          </p:cNvPr>
          <p:cNvSpPr txBox="1"/>
          <p:nvPr/>
        </p:nvSpPr>
        <p:spPr>
          <a:xfrm>
            <a:off x="7649526" y="5632320"/>
            <a:ext cx="3749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 Assembly Battery Dimensions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D1EF8E-A788-C27A-20AD-CDFFA717C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783" y="1232500"/>
            <a:ext cx="4440496" cy="32583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B7B5EB-2CEF-E530-EECE-F54506F223F8}"/>
              </a:ext>
            </a:extLst>
          </p:cNvPr>
          <p:cNvSpPr txBox="1"/>
          <p:nvPr/>
        </p:nvSpPr>
        <p:spPr>
          <a:xfrm>
            <a:off x="8229600" y="4552543"/>
            <a:ext cx="18998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– 32mm</a:t>
            </a:r>
            <a:br>
              <a:rPr lang="en-US" dirty="0"/>
            </a:br>
            <a:r>
              <a:rPr lang="en-US" dirty="0"/>
              <a:t>Width – 32mm</a:t>
            </a:r>
          </a:p>
          <a:p>
            <a:r>
              <a:rPr lang="en-US" dirty="0"/>
              <a:t>Thickness – 3mm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58A260-C0C7-9A79-6FCE-1E0C6FF1B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45" y="642027"/>
            <a:ext cx="5245187" cy="38488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FEBEC1-CDBD-6611-C5EE-B7F48C9819C2}"/>
              </a:ext>
            </a:extLst>
          </p:cNvPr>
          <p:cNvSpPr txBox="1"/>
          <p:nvPr/>
        </p:nvSpPr>
        <p:spPr>
          <a:xfrm>
            <a:off x="2222498" y="4490885"/>
            <a:ext cx="18998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– 42mm</a:t>
            </a:r>
            <a:br>
              <a:rPr lang="en-US" dirty="0"/>
            </a:br>
            <a:r>
              <a:rPr lang="en-US" dirty="0"/>
              <a:t>Width – 42mm</a:t>
            </a:r>
          </a:p>
          <a:p>
            <a:r>
              <a:rPr lang="en-US" dirty="0"/>
              <a:t>Thickness – 3mm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0574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424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/>
          <p:nvPr/>
        </p:nvSpPr>
        <p:spPr>
          <a:xfrm>
            <a:off x="7899422" y="6154551"/>
            <a:ext cx="3970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25" tIns="42150" rIns="84325" bIns="4215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6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Thank you!</a:t>
            </a:r>
            <a:endParaRPr kumimoji="0" sz="166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322338" y="6154551"/>
            <a:ext cx="42204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4325" tIns="42150" rIns="84325" bIns="4215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6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prototype</a:t>
            </a:r>
            <a:r>
              <a:rPr kumimoji="0" lang="en-US" sz="1660" b="0" i="0" u="none" strike="noStrike" kern="0" cap="none" spc="0" normalizeH="0" baseline="0" noProof="0">
                <a:ln>
                  <a:noFill/>
                </a:ln>
                <a:solidFill>
                  <a:srgbClr val="37C6F4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@swellstartups.com</a:t>
            </a:r>
            <a:endParaRPr kumimoji="0" sz="1660" b="0" i="0" u="none" strike="noStrike" kern="0" cap="none" spc="0" normalizeH="0" baseline="0" noProof="0">
              <a:ln>
                <a:noFill/>
              </a:ln>
              <a:solidFill>
                <a:srgbClr val="37C6F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21" title="GS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14108" y="362650"/>
            <a:ext cx="655555" cy="6555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4;p13">
            <a:extLst>
              <a:ext uri="{FF2B5EF4-FFF2-40B4-BE49-F238E27FC236}">
                <a16:creationId xmlns:a16="http://schemas.microsoft.com/office/drawing/2014/main" id="{F75D9571-C8AA-41E1-5441-83DB8F5A514C}"/>
              </a:ext>
            </a:extLst>
          </p:cNvPr>
          <p:cNvSpPr txBox="1"/>
          <p:nvPr/>
        </p:nvSpPr>
        <p:spPr>
          <a:xfrm>
            <a:off x="2571600" y="2450236"/>
            <a:ext cx="7048800" cy="1957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650" tIns="36800" rIns="73650" bIns="368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79" b="1" i="0" u="none" strike="noStrike" kern="0" cap="none" spc="0" normalizeH="0" baseline="0" noProof="0" dirty="0">
                <a:ln>
                  <a:noFill/>
                </a:ln>
                <a:solidFill>
                  <a:srgbClr val="37C6F4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Exoskeleton</a:t>
            </a:r>
            <a:endParaRPr kumimoji="0" sz="4079" b="1" i="0" u="none" strike="noStrike" kern="0" cap="none" spc="0" normalizeH="0" baseline="0" noProof="0" dirty="0">
              <a:ln>
                <a:noFill/>
              </a:ln>
              <a:solidFill>
                <a:srgbClr val="37C6F4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4079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Master and Node Assembly Enclosure Design</a:t>
            </a:r>
            <a:endParaRPr kumimoji="0" sz="4079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166</Words>
  <Application>Microsoft Office PowerPoint</Application>
  <PresentationFormat>Widescreen</PresentationFormat>
  <Paragraphs>30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Play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Malhotra</dc:creator>
  <cp:lastModifiedBy>Shubham Malhotra</cp:lastModifiedBy>
  <cp:revision>14</cp:revision>
  <dcterms:created xsi:type="dcterms:W3CDTF">2026-01-27T17:43:30Z</dcterms:created>
  <dcterms:modified xsi:type="dcterms:W3CDTF">2026-04-03T11:56:48Z</dcterms:modified>
</cp:coreProperties>
</file>